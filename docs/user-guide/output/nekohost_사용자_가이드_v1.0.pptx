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81282c09d468a" /><Relationship Type="http://schemas.openxmlformats.org/officeDocument/2006/relationships/extended-properties" Target="/docProps/app.xml" Id="R7f8079749e8f429d" /><Relationship Type="http://schemas.openxmlformats.org/officeDocument/2006/relationships/officeDocument" Target="/ppt/presentation.xml" Id="R40f9abd1324a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1c756e7574d17"/>
  </p:sldMasterIdLst>
  <p:notesMasterIdLst>
    <p:notesMasterId xmlns:r="http://schemas.openxmlformats.org/officeDocument/2006/relationships" r:id="Rbc70a2a5b58944d7"/>
  </p:notesMasterIdLst>
  <p:sldIdLst>
    <p:sldId xmlns:r="http://schemas.openxmlformats.org/officeDocument/2006/relationships" id="256" r:id="Ra1eadcaf4a1e4a71"/>
    <p:sldId xmlns:r="http://schemas.openxmlformats.org/officeDocument/2006/relationships" id="257" r:id="R5eaac78b07854ce3"/>
    <p:sldId xmlns:r="http://schemas.openxmlformats.org/officeDocument/2006/relationships" id="258" r:id="Rb8d714eee8844849"/>
    <p:sldId xmlns:r="http://schemas.openxmlformats.org/officeDocument/2006/relationships" id="259" r:id="Rd7f3bea24e364390"/>
    <p:sldId xmlns:r="http://schemas.openxmlformats.org/officeDocument/2006/relationships" id="260" r:id="R04db2d57227b4385"/>
    <p:sldId xmlns:r="http://schemas.openxmlformats.org/officeDocument/2006/relationships" id="261" r:id="Rde8a5c40834d4fd5"/>
    <p:sldId xmlns:r="http://schemas.openxmlformats.org/officeDocument/2006/relationships" id="262" r:id="R48eca2ded75c4058"/>
    <p:sldId xmlns:r="http://schemas.openxmlformats.org/officeDocument/2006/relationships" id="263" r:id="R8d0b4967c6fe4b10"/>
    <p:sldId xmlns:r="http://schemas.openxmlformats.org/officeDocument/2006/relationships" id="264" r:id="R4fb5490d70274257"/>
    <p:sldId xmlns:r="http://schemas.openxmlformats.org/officeDocument/2006/relationships" id="265" r:id="Rc851960c3b094a37"/>
    <p:sldId xmlns:r="http://schemas.openxmlformats.org/officeDocument/2006/relationships" id="266" r:id="R8af43a9dc59c4309"/>
    <p:sldId xmlns:r="http://schemas.openxmlformats.org/officeDocument/2006/relationships" id="267" r:id="Rd364e947650d4a25"/>
    <p:sldId xmlns:r="http://schemas.openxmlformats.org/officeDocument/2006/relationships" id="268" r:id="R472e4a1469a94ca2"/>
    <p:sldId xmlns:r="http://schemas.openxmlformats.org/officeDocument/2006/relationships" id="269" r:id="Rac5c60fb1a534549"/>
    <p:sldId xmlns:r="http://schemas.openxmlformats.org/officeDocument/2006/relationships" id="270" r:id="R133f2598bfc1434d"/>
    <p:sldId xmlns:r="http://schemas.openxmlformats.org/officeDocument/2006/relationships" id="271" r:id="Rabb306d35f2543ff"/>
    <p:sldId xmlns:r="http://schemas.openxmlformats.org/officeDocument/2006/relationships" id="272" r:id="Ra8fa367aa6ac4e54"/>
    <p:sldId xmlns:r="http://schemas.openxmlformats.org/officeDocument/2006/relationships" id="273" r:id="R1b4c416b4ed54dfa"/>
    <p:sldId xmlns:r="http://schemas.openxmlformats.org/officeDocument/2006/relationships" id="274" r:id="Ra9cfb56401844cae"/>
    <p:sldId xmlns:r="http://schemas.openxmlformats.org/officeDocument/2006/relationships" id="275" r:id="R3d4bcbfb1fa042d7"/>
    <p:sldId xmlns:r="http://schemas.openxmlformats.org/officeDocument/2006/relationships" id="276" r:id="R9f379b05de0c46f8"/>
    <p:sldId xmlns:r="http://schemas.openxmlformats.org/officeDocument/2006/relationships" id="277" r:id="Ra132cfd03c7f4d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e50461e22c4c97" /><Relationship Type="http://schemas.openxmlformats.org/officeDocument/2006/relationships/slideMaster" Target="/ppt/slideMasters/slideMaster1.xml" Id="R7e71c756e7574d17" /><Relationship Type="http://schemas.openxmlformats.org/officeDocument/2006/relationships/notesMaster" Target="/ppt/notesMasters/notesMaster1.xml" Id="Rbc70a2a5b58944d7" /><Relationship Type="http://schemas.openxmlformats.org/officeDocument/2006/relationships/presProps" Target="/ppt/presProps.xml" Id="R41c3d738531e4b29" /><Relationship Type="http://schemas.openxmlformats.org/officeDocument/2006/relationships/tableStyles" Target="/ppt/tableStyles.xml" Id="Rb52633b9388b47cf" /><Relationship Type="http://schemas.openxmlformats.org/officeDocument/2006/relationships/slide" Target="/ppt/slides/slide1.xml" Id="Ra1eadcaf4a1e4a71" /><Relationship Type="http://schemas.openxmlformats.org/officeDocument/2006/relationships/slide" Target="/ppt/slides/slide2.xml" Id="R5eaac78b07854ce3" /><Relationship Type="http://schemas.openxmlformats.org/officeDocument/2006/relationships/slide" Target="/ppt/slides/slide3.xml" Id="Rb8d714eee8844849" /><Relationship Type="http://schemas.openxmlformats.org/officeDocument/2006/relationships/slide" Target="/ppt/slides/slide4.xml" Id="Rd7f3bea24e364390" /><Relationship Type="http://schemas.openxmlformats.org/officeDocument/2006/relationships/slide" Target="/ppt/slides/slide5.xml" Id="R04db2d57227b4385" /><Relationship Type="http://schemas.openxmlformats.org/officeDocument/2006/relationships/slide" Target="/ppt/slides/slide6.xml" Id="Rde8a5c40834d4fd5" /><Relationship Type="http://schemas.openxmlformats.org/officeDocument/2006/relationships/slide" Target="/ppt/slides/slide7.xml" Id="R48eca2ded75c4058" /><Relationship Type="http://schemas.openxmlformats.org/officeDocument/2006/relationships/slide" Target="/ppt/slides/slide8.xml" Id="R8d0b4967c6fe4b10" /><Relationship Type="http://schemas.openxmlformats.org/officeDocument/2006/relationships/slide" Target="/ppt/slides/slide9.xml" Id="R4fb5490d70274257" /><Relationship Type="http://schemas.openxmlformats.org/officeDocument/2006/relationships/slide" Target="/ppt/slides/slide10.xml" Id="Rc851960c3b094a37" /><Relationship Type="http://schemas.openxmlformats.org/officeDocument/2006/relationships/slide" Target="/ppt/slides/slide11.xml" Id="R8af43a9dc59c4309" /><Relationship Type="http://schemas.openxmlformats.org/officeDocument/2006/relationships/slide" Target="/ppt/slides/slide12.xml" Id="Rd364e947650d4a25" /><Relationship Type="http://schemas.openxmlformats.org/officeDocument/2006/relationships/slide" Target="/ppt/slides/slide13.xml" Id="R472e4a1469a94ca2" /><Relationship Type="http://schemas.openxmlformats.org/officeDocument/2006/relationships/slide" Target="/ppt/slides/slide14.xml" Id="Rac5c60fb1a534549" /><Relationship Type="http://schemas.openxmlformats.org/officeDocument/2006/relationships/slide" Target="/ppt/slides/slide15.xml" Id="R133f2598bfc1434d" /><Relationship Type="http://schemas.openxmlformats.org/officeDocument/2006/relationships/slide" Target="/ppt/slides/slide16.xml" Id="Rabb306d35f2543ff" /><Relationship Type="http://schemas.openxmlformats.org/officeDocument/2006/relationships/slide" Target="/ppt/slides/slide17.xml" Id="Ra8fa367aa6ac4e54" /><Relationship Type="http://schemas.openxmlformats.org/officeDocument/2006/relationships/slide" Target="/ppt/slides/slide18.xml" Id="R1b4c416b4ed54dfa" /><Relationship Type="http://schemas.openxmlformats.org/officeDocument/2006/relationships/slide" Target="/ppt/slides/slide19.xml" Id="Ra9cfb56401844cae" /><Relationship Type="http://schemas.openxmlformats.org/officeDocument/2006/relationships/slide" Target="/ppt/slides/slide20.xml" Id="R3d4bcbfb1fa042d7" /><Relationship Type="http://schemas.openxmlformats.org/officeDocument/2006/relationships/slide" Target="/ppt/slides/slide21.xml" Id="R9f379b05de0c46f8" /><Relationship Type="http://schemas.openxmlformats.org/officeDocument/2006/relationships/slide" Target="/ppt/slides/slide22.xml" Id="Ra132cfd03c7f4d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bd81edcae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d59930f56c4475" /><Relationship Type="http://schemas.openxmlformats.org/officeDocument/2006/relationships/notesMaster" Target="/ppt/notesMasters/notesMaster1.xml" Id="Rbaa22d9f7f4545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4971326dfb4c78" /><Relationship Type="http://schemas.openxmlformats.org/officeDocument/2006/relationships/notesMaster" Target="/ppt/notesMasters/notesMaster1.xml" Id="Reed493fbd34b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e25891c3654ea0" /><Relationship Type="http://schemas.openxmlformats.org/officeDocument/2006/relationships/notesMaster" Target="/ppt/notesMasters/notesMaster1.xml" Id="Rc397261ff5b544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774862e51430a" /><Relationship Type="http://schemas.openxmlformats.org/officeDocument/2006/relationships/notesMaster" Target="/ppt/notesMasters/notesMaster1.xml" Id="R4efa78ad6dc040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63f8a0f1d44c75" /><Relationship Type="http://schemas.openxmlformats.org/officeDocument/2006/relationships/notesMaster" Target="/ppt/notesMasters/notesMaster1.xml" Id="Rda6c89ef7af342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29d8990b1e4b88" /><Relationship Type="http://schemas.openxmlformats.org/officeDocument/2006/relationships/notesMaster" Target="/ppt/notesMasters/notesMaster1.xml" Id="Reac53f9f5933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56fda4da10435f" /><Relationship Type="http://schemas.openxmlformats.org/officeDocument/2006/relationships/notesMaster" Target="/ppt/notesMasters/notesMaster1.xml" Id="R5f49d553642547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8d62331faa41a4" /><Relationship Type="http://schemas.openxmlformats.org/officeDocument/2006/relationships/notesMaster" Target="/ppt/notesMasters/notesMaster1.xml" Id="R987f911a9cc142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89b875f98843d9" /><Relationship Type="http://schemas.openxmlformats.org/officeDocument/2006/relationships/notesMaster" Target="/ppt/notesMasters/notesMaster1.xml" Id="R105a4114d3a6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f46eef00654d8f" /><Relationship Type="http://schemas.openxmlformats.org/officeDocument/2006/relationships/notesMaster" Target="/ppt/notesMasters/notesMaster1.xml" Id="Rd4c10b5ce76b45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441bc1ddce47e4" /><Relationship Type="http://schemas.openxmlformats.org/officeDocument/2006/relationships/notesMaster" Target="/ppt/notesMasters/notesMaster1.xml" Id="R873a2a03ea5140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3a1cb2b71a47e9" /><Relationship Type="http://schemas.openxmlformats.org/officeDocument/2006/relationships/notesMaster" Target="/ppt/notesMasters/notesMaster1.xml" Id="R23e93dda532c4a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a0bc8115a94c0c" /><Relationship Type="http://schemas.openxmlformats.org/officeDocument/2006/relationships/notesMaster" Target="/ppt/notesMasters/notesMaster1.xml" Id="R8ef719a161904a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2911650a9a46ab" /><Relationship Type="http://schemas.openxmlformats.org/officeDocument/2006/relationships/notesMaster" Target="/ppt/notesMasters/notesMaster1.xml" Id="Rc7863cae4b4c49a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a64a6efc564678" /><Relationship Type="http://schemas.openxmlformats.org/officeDocument/2006/relationships/notesMaster" Target="/ppt/notesMasters/notesMaster1.xml" Id="Ra3926cafd17e40d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2c883ce56a4867" /><Relationship Type="http://schemas.openxmlformats.org/officeDocument/2006/relationships/notesMaster" Target="/ppt/notesMasters/notesMaster1.xml" Id="R3d863dfa965f4c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1bf01d99724293" /><Relationship Type="http://schemas.openxmlformats.org/officeDocument/2006/relationships/notesMaster" Target="/ppt/notesMasters/notesMaster1.xml" Id="R399d69d948d24e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2c071e7ea74add" /><Relationship Type="http://schemas.openxmlformats.org/officeDocument/2006/relationships/notesMaster" Target="/ppt/notesMasters/notesMaster1.xml" Id="R2d85bcc405c94e2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5a1af188134635" /><Relationship Type="http://schemas.openxmlformats.org/officeDocument/2006/relationships/notesMaster" Target="/ppt/notesMasters/notesMaster1.xml" Id="R0e52bb11ca1947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754b2a2ee494408" /><Relationship Type="http://schemas.openxmlformats.org/officeDocument/2006/relationships/notesMaster" Target="/ppt/notesMasters/notesMaster1.xml" Id="Rb8dd1005e1714c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65bde065e2b4291" /><Relationship Type="http://schemas.openxmlformats.org/officeDocument/2006/relationships/notesMaster" Target="/ppt/notesMasters/notesMaster1.xml" Id="R1c22142096324c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5b38b83e97e4e74" /><Relationship Type="http://schemas.openxmlformats.org/officeDocument/2006/relationships/notesMaster" Target="/ppt/notesMasters/notesMaster1.xml" Id="Rcf14e10c5e554e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주소 https://nekohost.org. 일반 사용자 테스트 계정으로 로그인·메뉴·조회·검색·입력과 취소를 확인했습니다. 장비 데이터 변경, CSV 확정, 이메일 발송, 계정 변경은 실행하지 않았습니다. 관리자 전용 화면은 범위 밖입니다.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images/02-portal.png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images/18-login-light.png</a:t>
            </a:r>
          </a:p>
          <a:p xmlns:a="http://schemas.openxmlformats.org/drawingml/2006/main">
            <a:r>
              <a:t>로그인 수행 확인. 이메일 없는 테스트 계정에서는 이메일 비밀번호 재설정 미시험.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images/20-register-account.png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images/03-my-equipment.png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images/04-register-blank.png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images/17-register-ready.png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images/06-option-request.png</a:t>
            </a:r>
          </a:p>
          <a:p xmlns:a="http://schemas.openxmlformats.org/drawingml/2006/main">
            <a:r>
              <a:t>templates/index.html, static/js/lineup_registration.js, app.py의 승인 분기 확인. 요청 자체는 제출하지 않음.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images/07-register-details.png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images/08-drafts.png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images/10-public-equipment.png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images/11-public-details.png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근거: templates/roadmap_equipment.html, static/js/roadmap_equipment.js, utils/roadmap_equipment.py. 촬영 계정에 소유 장비가 없어 변경 미실행.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images/09-csv-import.png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근거: utils/roadmap_equipment.py CSV_FIELDS/validate_csv, utils/roadmap_routes.py csv_export.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images/12-dashboard.png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images/13-dashboard-search.png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images/14-mypage.png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images/15-profile-edit.png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화면 출처: https://nekohost.org</a:t>
            </a:r>
          </a:p>
          <a:p xmlns:a="http://schemas.openxmlformats.org/drawingml/2006/main">
            <a:r>
              <a:t>스크린샷: images/16-email-change.png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근거: https://nekohost.org/mypage의 실제 화면, templates/mypage.html. 정책은 촬영일 UI 안내이며 실행 시험 아님.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확인일: 2026-09-13. 운영 대상: https://nekohost.org (리눅스 백업 서버). 일반 사용자 테스트 계정.</a:t>
            </a:r>
          </a:p>
          <a:p xmlns:a="http://schemas.openxmlformats.org/drawingml/2006/main">
            <a:r>
              <a:t>근거: 실제 화면과 사용자_가이드.md의 문제 해결 절. 오류를 재현하기 위한 데이터 변경은 실행하지 않음.</a:t>
            </a:r>
          </a:p>
          <a:p xmlns:a="http://schemas.openxmlformats.org/drawingml/2006/main">
            <a:r>
              <a:t>장비/계정 데이터 변경은 실행하지 않았습니다. 상세 절차와 제한은 사용자_가이드.md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446c6a295f4c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8d7e0fbbdb45b9" /><Relationship Type="http://schemas.openxmlformats.org/officeDocument/2006/relationships/slideLayout" Target="/ppt/slideLayouts/slideLayout1.xml" Id="R285f288a3eba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f288a3eba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25c08a7014553" /><Relationship Type="http://schemas.openxmlformats.org/officeDocument/2006/relationships/notesSlide" Target="/ppt/notesSlides/notesSlide1.xml" Id="R73507a2fab1b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648c42a0a4e2d" /><Relationship Type="http://schemas.openxmlformats.org/officeDocument/2006/relationships/image" Target="/ppt/media/image.jpeg" Id="R88bbb112ac2b4e79" /><Relationship Type="http://schemas.openxmlformats.org/officeDocument/2006/relationships/notesSlide" Target="/ppt/notesSlides/notesSlide2.xml" Id="R2e62279f474c48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07ceaead415e" /><Relationship Type="http://schemas.openxmlformats.org/officeDocument/2006/relationships/image" Target="/ppt/media/image.png" Id="Rc9f7c350d6524d03" /><Relationship Type="http://schemas.openxmlformats.org/officeDocument/2006/relationships/notesSlide" Target="/ppt/notesSlides/notesSlide3.xml" Id="Rfe8af58522074c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b0bdf90d74f2f" /><Relationship Type="http://schemas.openxmlformats.org/officeDocument/2006/relationships/image" Target="/ppt/media/image2.png" Id="Rfdbdd2b6b98a4f96" /><Relationship Type="http://schemas.openxmlformats.org/officeDocument/2006/relationships/notesSlide" Target="/ppt/notesSlides/notesSlide4.xml" Id="R4fe48f1f1cdb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cd40e54474b9e" /><Relationship Type="http://schemas.openxmlformats.org/officeDocument/2006/relationships/image" Target="/ppt/media/image2.jpeg" Id="R9a812e4e3c4844d0" /><Relationship Type="http://schemas.openxmlformats.org/officeDocument/2006/relationships/notesSlide" Target="/ppt/notesSlides/notesSlide5.xml" Id="R5e91f228774248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5d9a299364d81" /><Relationship Type="http://schemas.openxmlformats.org/officeDocument/2006/relationships/image" Target="/ppt/media/image3.png" Id="Rd34293fe33214ccf" /><Relationship Type="http://schemas.openxmlformats.org/officeDocument/2006/relationships/notesSlide" Target="/ppt/notesSlides/notesSlide6.xml" Id="R22e0e2997c2d4b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8154d60d54971" /><Relationship Type="http://schemas.openxmlformats.org/officeDocument/2006/relationships/image" Target="/ppt/media/image4.png" Id="R6b66cb81d3d449e1" /><Relationship Type="http://schemas.openxmlformats.org/officeDocument/2006/relationships/notesSlide" Target="/ppt/notesSlides/notesSlide7.xml" Id="R3e785d2e2cbc44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3c98323c548ed" /><Relationship Type="http://schemas.openxmlformats.org/officeDocument/2006/relationships/image" Target="/ppt/media/image5.png" Id="Rd45454192f7c4273" /><Relationship Type="http://schemas.openxmlformats.org/officeDocument/2006/relationships/notesSlide" Target="/ppt/notesSlides/notesSlide8.xml" Id="Re28cf3f626c344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d651639634683" /><Relationship Type="http://schemas.openxmlformats.org/officeDocument/2006/relationships/image" Target="/ppt/media/image6.png" Id="Rb219964a13574be0" /><Relationship Type="http://schemas.openxmlformats.org/officeDocument/2006/relationships/notesSlide" Target="/ppt/notesSlides/notesSlide9.xml" Id="R54020616d8d243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62ee238124f2c" /><Relationship Type="http://schemas.openxmlformats.org/officeDocument/2006/relationships/image" Target="/ppt/media/image3.jpeg" Id="R2f667c2aae2040d7" /><Relationship Type="http://schemas.openxmlformats.org/officeDocument/2006/relationships/notesSlide" Target="/ppt/notesSlides/notesSlide10.xml" Id="Re175a0890bb74e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37b4192de54629" /><Relationship Type="http://schemas.openxmlformats.org/officeDocument/2006/relationships/image" Target="/ppt/media/image4.jpeg" Id="R8e353c852f0845d9" /><Relationship Type="http://schemas.openxmlformats.org/officeDocument/2006/relationships/notesSlide" Target="/ppt/notesSlides/notesSlide11.xml" Id="Rc2c4876b6b7c45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018729d0d47c1" /><Relationship Type="http://schemas.openxmlformats.org/officeDocument/2006/relationships/image" Target="/ppt/media/image7.png" Id="R64524d230a3c47a9" /><Relationship Type="http://schemas.openxmlformats.org/officeDocument/2006/relationships/notesSlide" Target="/ppt/notesSlides/notesSlide12.xml" Id="Ra7cba6e9943346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05411d2e3426c" /><Relationship Type="http://schemas.openxmlformats.org/officeDocument/2006/relationships/notesSlide" Target="/ppt/notesSlides/notesSlide13.xml" Id="R5910ec9804ab46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cc76f012849af" /><Relationship Type="http://schemas.openxmlformats.org/officeDocument/2006/relationships/image" Target="/ppt/media/image8.png" Id="Rdf5b2d495d7741e3" /><Relationship Type="http://schemas.openxmlformats.org/officeDocument/2006/relationships/notesSlide" Target="/ppt/notesSlides/notesSlide14.xml" Id="R6bd7b8e7ffc341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38ae665e7417e" /><Relationship Type="http://schemas.openxmlformats.org/officeDocument/2006/relationships/notesSlide" Target="/ppt/notesSlides/notesSlide15.xml" Id="Rb6371842f0144bd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f315cd18c4b09" /><Relationship Type="http://schemas.openxmlformats.org/officeDocument/2006/relationships/image" Target="/ppt/media/image5.jpeg" Id="R15ee1b6132144b58" /><Relationship Type="http://schemas.openxmlformats.org/officeDocument/2006/relationships/notesSlide" Target="/ppt/notesSlides/notesSlide16.xml" Id="R1346cc77c97843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f6b1395ff43ff" /><Relationship Type="http://schemas.openxmlformats.org/officeDocument/2006/relationships/image" Target="/ppt/media/image9.png" Id="Rab7cad67f0724cd0" /><Relationship Type="http://schemas.openxmlformats.org/officeDocument/2006/relationships/notesSlide" Target="/ppt/notesSlides/notesSlide17.xml" Id="R0003d37e53b442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21e4ec0634e68" /><Relationship Type="http://schemas.openxmlformats.org/officeDocument/2006/relationships/image" Target="/ppt/media/image10.png" Id="Rcda87b2e26904c90" /><Relationship Type="http://schemas.openxmlformats.org/officeDocument/2006/relationships/notesSlide" Target="/ppt/notesSlides/notesSlide18.xml" Id="R0e0e0e5cc98344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ecd3f59ad46c7" /><Relationship Type="http://schemas.openxmlformats.org/officeDocument/2006/relationships/image" Target="/ppt/media/image11.png" Id="R3b8b5fd691384e7e" /><Relationship Type="http://schemas.openxmlformats.org/officeDocument/2006/relationships/notesSlide" Target="/ppt/notesSlides/notesSlide19.xml" Id="R880dc077d14f4e4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31d2ae61470e" /><Relationship Type="http://schemas.openxmlformats.org/officeDocument/2006/relationships/image" Target="/ppt/media/image12.png" Id="Rc6345a34f3774ca0" /><Relationship Type="http://schemas.openxmlformats.org/officeDocument/2006/relationships/notesSlide" Target="/ppt/notesSlides/notesSlide20.xml" Id="R330e74875b8a45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e8f77652e4bac" /><Relationship Type="http://schemas.openxmlformats.org/officeDocument/2006/relationships/notesSlide" Target="/ppt/notesSlides/notesSlide21.xml" Id="Rb4bb6f16b49b43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1cc0c4da546b5" /><Relationship Type="http://schemas.openxmlformats.org/officeDocument/2006/relationships/notesSlide" Target="/ppt/notesSlides/notesSlide22.xml" Id="R4e5cc531b05148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D008A-379F-4680-87D2-DF2C8739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457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DC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B96B6-7218-4D03-9EB0-D9362DCC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2D8D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2D8DE"/>
                </a:solidFill>
                <a:latin typeface="Malgun Gothic"/>
                <a:ea typeface="Malgun Gothic"/>
                <a:cs typeface="Malgun Gothic"/>
              </a:rPr>
              <a:t>NEKOHOST.ORG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C34C9-B718-47EE-9FB7-2437C23D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24025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장비관리 시스템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가이드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1F268-14A2-4662-A85E-063BA3CA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6E4F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D6E4F1"/>
                </a:solidFill>
                <a:latin typeface="Malgun Gothic"/>
                <a:ea typeface="Malgun Gothic"/>
                <a:cs typeface="Malgun Gothic"/>
              </a:rPr>
              <a:t>등록부터 검색, 공개, CSV와 계정 설정까지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509FC-BA4B-45D8-8B6D-387CB4F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일반 사용자용  /  실제 화면 기반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7EF8-3297-4D88-8576-D6434EB7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CD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B8CCDE"/>
                </a:solidFill>
                <a:latin typeface="Malgun Gothic"/>
                <a:ea typeface="Malgun Gothic"/>
                <a:cs typeface="Malgun Gothic"/>
              </a:rPr>
              <a:t>2026.09.13  ·  버전 1.0  ·  Markdown 상세 가이드 함께 제공</a:t>
            </a:r>
          </a:p>
        </p:txBody>
      </p:sp>
    </p:spTree>
    <p:extLst>
      <p:ext uri="{BB962C8B-B14F-4D97-AF65-F5344CB8AC3E}">
        <p14:creationId xmlns:p14="http://schemas.microsoft.com/office/powerpoint/2010/main" val="2381661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5F754-1997-4E70-B6A2-8748F9D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D483D-9C95-4E2D-A2B4-4ACF23A5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01 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A24DE-EF47-4915-9D09-6950487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포털에서 세 가지 작업을 시작합니다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4745F-D82C-4B55-B37E-AC88524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EDF87-E8ED-4008-922C-A1DFA9B7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58FBF-4BE4-4FE7-82FB-3605F04F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83845-8EC5-4319-9649-D3B6E0EF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bb112ac2b4e79"/>
          <a:stretch xmlns:a="http://schemas.openxmlformats.org/drawingml/2006/main"/>
        </p:blipFill>
        <p:spPr>
          <a:xfrm xmlns:a="http://schemas.openxmlformats.org/drawingml/2006/main">
            <a:off x="484717" y="1514475"/>
            <a:ext cx="8060267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52B32-64A0-4230-9F4D-0CDCFE5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나의 장비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BF978-0ABE-4664-AA4A-AA4D604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내 장비 등록·검색·수정과 임시저장함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73DA4F-9E16-45D7-9E59-A589EB32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공개 장비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C9203-1EDA-4615-A764-193EB6A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다른 사용자가 공개한 장비를 조회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56852-6885-4163-9062-6B33BD1A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통계 대시보드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45EF1-1E3D-4255-B811-B6E0EF23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장비 수·분포와 복합 조건 결과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2ABD8-3A38-4075-B986-78772BBA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상단 사용자 이름 → 마이페이지  /  서버 아이콘 → 포털  /  로그아웃 → 사용 종료</a:t>
            </a:r>
          </a:p>
        </p:txBody>
      </p:sp>
    </p:spTree>
    <p:extLst>
      <p:ext uri="{BB962C8B-B14F-4D97-AF65-F5344CB8AC3E}">
        <p14:creationId xmlns:p14="http://schemas.microsoft.com/office/powerpoint/2010/main" val="886025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395F1-7D49-43A2-A098-F696259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313C1-D29B-4D07-AB20-92D4CE7E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01 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07120-C117-4C92-8FD4-6FD6F80E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로그인하고, 사용 후에는 로그아웃합니다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DC0CF-77EF-487D-819F-8E9752AD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CDD5A-42F0-4047-BA6D-04723CEF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9EB73-46D2-4CDE-96EE-8012E87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04E87-CFC4-4C10-B746-D7F7DFF0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7c350d6524d03"/>
          <a:stretch xmlns:a="http://schemas.openxmlformats.org/drawingml/2006/main"/>
        </p:blipFill>
        <p:spPr>
          <a:xfrm xmlns:a="http://schemas.openxmlformats.org/drawingml/2006/main">
            <a:off x="1092740" y="1457325"/>
            <a:ext cx="4824919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20D46-17F7-4D94-BA9A-668FEF83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117BA-25D0-4BF8-A3B9-D2820B3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아이디와 비밀번호를 입력하고 로그인합니다.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6AB89-DD81-4654-8086-4E00AB14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비밀번호를 잊었다면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9FA4E0-C6D2-444C-B694-D6390044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등록 이메일로 재설정 링크를 요청합니다.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92E66-7AD9-4629-80C3-04DC1136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세션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36C768-F8B5-4E36-89FB-BB6A6EC0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상단 남은 시간을 클릭해 연장합니다. 공용 PC에서는 로그아웃합니다.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7BD32E-0C7B-4B0D-A425-EB62FF00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운영 화면 · 화면과 입력 예시를 확인했으며 저장·삭제는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496117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3CD67-3880-4234-B1D7-798F5DE4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81C6E-3BBD-477C-8E6C-9C4F71D1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01  시작하기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0787B-CFBB-4685-A1C2-2CD60A5B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일반 회원가입에는 이메일 인증이 필요합니다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62EFB-4FD6-4008-AF5D-8BBE4C9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C5481-D447-4BB1-AA10-35482A88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B953-D2D0-4A15-80E8-F8C33AB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A8235-F377-446A-BFB0-ACC0ED2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dd2b6b98a4f96"/>
          <a:stretch xmlns:a="http://schemas.openxmlformats.org/drawingml/2006/main"/>
        </p:blipFill>
        <p:spPr>
          <a:xfrm xmlns:a="http://schemas.openxmlformats.org/drawingml/2006/main">
            <a:off x="2112745" y="1457325"/>
            <a:ext cx="2784909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ED431-0E83-41D9-B422-592402B0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정보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1D5EE-F52C-455C-A5BE-3097ABA7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아이디·이메일·실명·닉네임·비밀번호를 입력합니다.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633EB-577C-471A-95F4-7640406A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PIN 발송 → 인증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A03EE-D8E2-45ED-A9F9-4A70E066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본인이 수신한 PIN으로 인증한 뒤 가입합니다.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5C8C0-3176-4050-8C90-1E3C6474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테스트 계정과 구분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2BAE0-5D2C-4A99-893D-BBE3F05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수동 생성한 계정은 예외입니다. 일반 가입의 인증 생략을 뜻하지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4514F-7500-4821-B212-1A089FC4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운영 가입 화면에 “Staging 검증” 문구가 남아 있음 · 가입·PIN 발송 미실행</a:t>
            </a:r>
          </a:p>
        </p:txBody>
      </p:sp>
    </p:spTree>
    <p:extLst>
      <p:ext uri="{BB962C8B-B14F-4D97-AF65-F5344CB8AC3E}">
        <p14:creationId xmlns:p14="http://schemas.microsoft.com/office/powerpoint/2010/main" val="897302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CA158-E2E6-46DF-9EAE-C0A9C1B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2B847-080E-4554-A1D0-D6C7AB3D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02  나의 장비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B1673-F207-4C48-882B-FD6964FA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장비가 안 보이면 목록과 검색 조건을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77B1D0-173B-4861-88F3-BA54ABE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2BD02-94DF-4F4F-A316-384651FD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9F8A6-D2EC-4237-8925-4071C91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92CEC-C982-411A-BAB1-86A5E72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2e4e3c4844d0"/>
          <a:stretch xmlns:a="http://schemas.openxmlformats.org/drawingml/2006/main"/>
        </p:blipFill>
        <p:spPr>
          <a:xfrm xmlns:a="http://schemas.openxmlformats.org/drawingml/2006/main">
            <a:off x="484717" y="1514475"/>
            <a:ext cx="8060267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636F3-C3C8-4A7A-A029-10CDB3C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검색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84D43-F178-4D03-8EE5-BEE0291A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검색어·분류·제조사·상태·날짜·기한을 지정합니다.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68114-CCAC-47EF-87BD-2D38E3D5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정렬과 페이지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ED640-82F3-49B7-A4A5-FB3D137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정렬 순서와 25·50·100개 표시를 선택합니다.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58210-8FF6-4BFE-8B8F-A821A4B7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초기화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93EA6-3A44-4674-A4F5-EB453D38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조건을 초기화해 다시 찾습니다. 임시저장함도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881E6-1AD1-4DA5-8C30-4B0963B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촬영 계정의 소유 장비는 0대입니다. 빈 목록은 오류가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4964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F17A3-C85F-4BD5-8075-F6AD23C0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1D8DA-1136-428D-8056-6F1948E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03  신규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7EEFA-AEC8-4AC2-9A95-3F156387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장비 별명과 카탈로그를 먼저 입력합니다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39754-0B43-4DE7-965D-D43996A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EF308-9A03-4E6A-BE89-C011305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AF02-F8FC-432C-8DBA-BD536FBF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897A-2873-4448-8F86-B038B1C3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293fe33214ccf"/>
          <a:stretch xmlns:a="http://schemas.openxmlformats.org/drawingml/2006/main"/>
        </p:blipFill>
        <p:spPr>
          <a:xfrm xmlns:a="http://schemas.openxmlformats.org/drawingml/2006/main">
            <a:off x="1197935" y="1457325"/>
            <a:ext cx="4614530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7B8C8-F745-4B22-95C9-51ED7136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신규 장비 등록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09775-07B7-423E-8508-7A43464C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나의 장비에서 + 신규 장비 등록을 누릅니다.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B99D-D2E0-4D7F-9221-9DCB2ACB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장비 별명은 필수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29F93-3D82-4A75-8458-F9519B3F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“업무용 스마트폰”처럼 내가 구분하기 쉬운 이름을 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A0398-C451-4D05-A49B-B158099B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카탈로그 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9A675-729E-4662-B050-9EBBCC9A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카테고리 → 제조사 → 모델 노드 → 옵션 순서로 고릅니다.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BB481-5EE5-4554-9552-A8470D0C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운영 화면 · 화면과 입력 예시를 확인했으며 저장·삭제는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100774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9C3DB-434D-4484-A125-0C1CCBC8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64BDD-3B51-4199-8D33-B564AD2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03  신규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60CE3-B5B3-4DF3-94F7-0CE2DD28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모델 분류 경로와 공식 모델명은 다릅니다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03C37-912C-424D-B891-55A1BC59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6FA9B-6529-43E9-8F2A-9B4B235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32691-BA5D-4D33-947D-D0B6D2E8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1D874-BB71-461C-B6B8-387AF63A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6cb81d3d449e1"/>
          <a:stretch xmlns:a="http://schemas.openxmlformats.org/drawingml/2006/main"/>
        </p:blipFill>
        <p:spPr>
          <a:xfrm xmlns:a="http://schemas.openxmlformats.org/drawingml/2006/main">
            <a:off x="1197935" y="1457325"/>
            <a:ext cx="4614530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29145-523D-4003-A436-B3A0EAD0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분류 경로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EAE9C-3504-4F40-AB00-8C9FA3D3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갤럭시 → S 시리즈 → 21 → 울트라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523AA-98BE-40E5-9218-31A10293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공식 모델명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249F8-1CE6-41CF-8BAF-0CDE54A6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목록에는 “갤럭시 S21 울트라”가 표시됩니다. 별명과도 다른 값입니다.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43775-846D-40DB-A20F-29881710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최종 옵션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B3656-E0D7-4EF9-81A7-7AE9D99B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256GB/블랙 등 실제 옵션을 선택합니다. 하위 모델 없음 자체는 오류가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4787E-DCD0-40E6-B0F6-F102A3DA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승인된 옵션 선택 후 저장하기 활성화 확인 · 창 내부를 스크롤하면 아래 필드가 보입니다.</a:t>
            </a:r>
          </a:p>
        </p:txBody>
      </p:sp>
    </p:spTree>
    <p:extLst>
      <p:ext uri="{BB962C8B-B14F-4D97-AF65-F5344CB8AC3E}">
        <p14:creationId xmlns:p14="http://schemas.microsoft.com/office/powerpoint/2010/main" val="618630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8E506-6ADF-4680-A2C1-55D2A933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9245D-9FA8-462E-A864-CE21C76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04  카탈로그에 없는 항목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0D86A-D116-4EC2-B919-EEAE6722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새 노드·옵션은 승인 절차를 거칩니다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694A3-9682-4939-85B1-85375E61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2E19D-506C-4354-9C0E-BA869C77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2294-3762-4763-9F7B-54E0275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6DA81-2BB3-4858-AF1F-1B763E72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454192f7c4273"/>
          <a:stretch xmlns:a="http://schemas.openxmlformats.org/drawingml/2006/main"/>
        </p:blipFill>
        <p:spPr>
          <a:xfrm xmlns:a="http://schemas.openxmlformats.org/drawingml/2006/main">
            <a:off x="1197935" y="1457325"/>
            <a:ext cx="4614530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55477-D7BB-4318-AB3C-830FD8A1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새 모델 노드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F47B1-FEB7-477B-BA63-7A49936C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최상위/하위 노드 추가 → 이름 → 노드 추가. 일반 사용자는 승인 후 선택합니다.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685C4-9416-4B98-9EDA-027D01C7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신규 옵션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A65E9-C306-4EC1-857F-C8347CD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옵션명과 Key/Value 속성을 입력합니다. 저장하면 승인 요청과 임시저장으로 처리됩니다.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23B80-F8EB-4CC7-A918-34A78C00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분류가 없다면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DA5FC5-418C-409F-9522-B4F7F6E6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카테고리·제조사의 “기타”로 신규 분류 요청. 기존 장비 수정에는 승인된 분류가 필요합니다.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FD261-ADF3-40C4-9212-0D170843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운영 화면 · 화면과 입력 예시를 확인했으며 저장·삭제는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2918388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65F49-6602-49B5-93D6-A36931B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C9CC3-941E-4D20-A84E-6D6BA16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03  신규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11DB-DE02-4053-9155-1248AE9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날짜와 공개 여부를 확인한 뒤 저장합니다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96F4F-4285-48E1-9F5E-8523B187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9E39-2EDE-4CF2-827A-50CADD58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C5D01-6C1E-4716-83B1-44719E9D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26D38-69FA-4938-ABD8-627ACC62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9964a13574be0"/>
          <a:stretch xmlns:a="http://schemas.openxmlformats.org/drawingml/2006/main"/>
        </p:blipFill>
        <p:spPr>
          <a:xfrm xmlns:a="http://schemas.openxmlformats.org/drawingml/2006/main">
            <a:off x="1197935" y="1457325"/>
            <a:ext cx="4614530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6B062-6F62-42AE-A033-EE4EC5C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시리얼·기한·메모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6C0DF-3FA4-4CCD-B984-449D88A6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시리얼과 구입일, 선택 기한을 입력합니다. 기한은 서울 날짜 기준입니다.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D2CA1-9781-4A9F-8D29-DDB501F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공개 체크 주의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6358B-2A58-4635-A6F3-F5EA670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공개 장비에서 시작하면 기본 선택됩니다. 공개 첨부도 타인이 내려받을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99666-31CD-4D5F-9178-B0ABFFF8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저장 버튼의 차이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45CC0-3182-4F62-8EFF-6F0E66F6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임시저장은 작성 중 보관, 저장하기는 정식 등록 또는 승인 흐름. 취소는 저장하지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6B444-F3CE-4703-BDDC-02F9A9C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운영 화면 · 화면과 입력 예시를 확인했으며 저장·삭제는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7453801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5CD7C-0DCC-43A4-9E0C-607727F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D80A2-1BFF-4811-A665-AFFBF163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05  임시저장과 수정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82620-42C8-45F0-B02D-CA7771C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작성 중인 장비는 임시저장함에서 이어갑니다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FE581-7A20-4BC2-8A5F-1CF18720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58891-F6BD-48C8-BFF7-A4019B4C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88949-AF56-4F91-A9C1-C6C65F6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64AE-D06B-47F7-932E-3608DE4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67c2aae2040d7"/>
          <a:stretch xmlns:a="http://schemas.openxmlformats.org/drawingml/2006/main"/>
        </p:blipFill>
        <p:spPr>
          <a:xfrm xmlns:a="http://schemas.openxmlformats.org/drawingml/2006/main">
            <a:off x="484717" y="1514475"/>
            <a:ext cx="8060267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7E75A-0A0A-41F0-A559-69540570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임시저장함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E874D-6979-4F3E-B0B4-6AABF72C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나의 장비에서 임시저장함 버튼을 누릅니다.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565E4-AC80-4335-917D-DBD5D05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수정 후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D80B9-9343-4E19-9AF1-7FCD137A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모델·옵션·공개 여부와 승인 결과를 확인합니다.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3EB91-723E-4DA6-8FCE-1FF8ED3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정식 등록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3AD34-B5C3-44BF-9998-FEB18B5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저장 버튼으로 발행한 뒤 나의 장비 목록을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1943C-F8EC-4997-BB06-71827682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촬영 계정의 임시저장 장비는 0대 · 재편집·발행은 구현 근거로 설명,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1334081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0A5A3-EA24-4C59-8B51-1EBE3AE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4BF203-1C05-474C-95DD-BA4B40EF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06  공개 장비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750F0-C862-49BD-BF8E-81AE1341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공개 장비는 조회 허용이지 수정 권한이 아닙니다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2EBB1-629C-4A9F-AB8D-4A616F9E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51501-4E9C-48B6-8E91-95F87B50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D2CE-4366-455A-9F81-B15D1C76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BFEA9-3F33-4132-B48C-8C1DF19E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53c852f0845d9"/>
          <a:stretch xmlns:a="http://schemas.openxmlformats.org/drawingml/2006/main"/>
        </p:blipFill>
        <p:spPr>
          <a:xfrm xmlns:a="http://schemas.openxmlformats.org/drawingml/2006/main">
            <a:off x="484717" y="1514475"/>
            <a:ext cx="8060267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7575F-12E8-4ACB-9FDD-56BACA0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내 장비 함께 보기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683F1-B859-4640-87F9-2686936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체크하면 내 장비도 목록에 포함하여 최상단에서 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73A0E-3F42-478D-89C2-66F4205F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모델 표시 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9D598-8B0A-4DB0-BBF0-A2A27F4F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제조사 / 공식 모델명 아래 “분류:” 경로가 표시됩니다.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112F9-3B21-4ED1-8C23-C244BDEB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권한없음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DE6F4-FBD6-4BFC-B317-EE59D59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타인 장비의 수정·삭제는 제한됩니다. 상태/첨부는 조회할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F379F-47CE-4E9F-A455-C0AC392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공개 장비 조회 · 공개 설정은 다른 사람에게 변경 권한을 주지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824648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5F556-595E-40C2-8207-833EC689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DCE13-746C-4398-83F8-5ECD00E0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06  상태·첨부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38D34-A593-4668-9F95-F980911C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상태/첨부 창에서 기한과 파일을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34DFF8-D699-4003-BB97-8977CD24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A93DF-E00C-4D1E-836E-D70A6DF2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46556-4BA3-4935-BE8A-6CBD3E28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22412-D6E2-4F23-833A-23B1D5E3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24d230a3c47a9"/>
          <a:stretch xmlns:a="http://schemas.openxmlformats.org/drawingml/2006/main"/>
        </p:blipFill>
        <p:spPr>
          <a:xfrm xmlns:a="http://schemas.openxmlformats.org/drawingml/2006/main">
            <a:off x="590550" y="2494684"/>
            <a:ext cx="5829300" cy="264968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DC478-411C-47E7-ACD4-EE73B7C3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상태와 옵션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58637-4696-4AE6-A2F7-1D82F9B1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현재 상태, 보증·교체 기한, 연결된 옵션 ID를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B28C9-E756-4A4E-A574-EF1C4B7F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이력 접근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73770-764F-499B-9C89-4FC7F777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상태 이력은 소유자·관리자 전용입니다. 타인 공개 장비에는 변경 입력이 없습니다.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FC872-444F-4D77-A9AE-246B1D84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첨부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2857B5-37B8-40AB-A729-9381465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PNG/JPEG/PDF, 파일당 10MiB, 장비당 50개. 공개 장비의 파일은 타인도 다운로드합니다.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666DA-25F5-4B0C-A8DB-62456BBF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공개 장비의 읽기 전용 화면 · 파일 업로드·다운로드·삭제는 이번 촬영에서 미실행</a:t>
            </a:r>
          </a:p>
        </p:txBody>
      </p:sp>
    </p:spTree>
    <p:extLst>
      <p:ext uri="{BB962C8B-B14F-4D97-AF65-F5344CB8AC3E}">
        <p14:creationId xmlns:p14="http://schemas.microsoft.com/office/powerpoint/2010/main" val="5528414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82852-119E-423E-AF3B-E4F14A87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B3E57-DE0D-4DE3-9C51-9060D49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06  소유자 전용 작업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85740-BC1B-4B0A-89BA-1F7A3549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소유 장비는 사유를 남기며 상태를 변경합니다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C44BC-F41A-4188-8299-5EBA325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EE257-62DF-4BDC-9E91-27CDE5A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AB7E3-086C-4AF9-994D-CD524D9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672465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4857750"/>
              </a:tblGrid>
              <a:tr h="6781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가능한 다음 상태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</a:tr>
              <a:tr h="6781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 · 수리 · 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정상(반납) · 수리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6781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· 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폐기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정상(복구)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4BEBB-397F-452B-B48B-2903FEA9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3830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상태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D9060-4D4F-478A-B542-6995A30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047875"/>
            <a:ext cx="4057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변경할 상태와 필수 사유를 입력합니다. 임시저장 장비는 제외됩니다.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00654-838D-4A53-8DDA-6DC5C617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38475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수정·첨부 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E090C-03BF-4659-8B19-2DBD86A8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48050"/>
            <a:ext cx="4057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소유 장비에서만 수정·삭제, 첨부 올리기·첨부 삭제가 제공됩니다.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B2DE5-AE68-44E4-97DA-656F38AE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438650"/>
            <a:ext cx="4057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삭제와 폐기는 다름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83EF0-9EC8-4B85-A17E-04AA2370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848225"/>
            <a:ext cx="4057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폐기는 상태 변경입니다. 삭제 복구가 필요하면 관리자에게 문의합니다.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7D473-A5C4-431F-9CE1-DE46EE7A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676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구현에서 확인한 사용 절차입니다. 이번 촬영에서는 실제 상태·장비·첨부를 변경하지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3521548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94321-19A3-4BC2-BF53-A8449F09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BC003-F017-4E52-AA86-91CEEF4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07  CSV 일괄 등록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D8042-B846-4710-9344-45B86A3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CSV는 미리보기 검증 후에 확정합니다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B4989-2B9C-4B2F-83FE-FB87406D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57C65-BD6C-4CAE-AA63-A6E7B858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1F9A8-7BB5-4BAB-A068-0908056E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FEDBF-1894-4CE1-BAEC-B85469CC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b2d495d7741e3"/>
          <a:stretch xmlns:a="http://schemas.openxmlformats.org/drawingml/2006/main"/>
        </p:blipFill>
        <p:spPr>
          <a:xfrm xmlns:a="http://schemas.openxmlformats.org/drawingml/2006/main">
            <a:off x="590550" y="3070295"/>
            <a:ext cx="5829300" cy="149845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801B9-E235-47F9-928E-6C44B3C0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양식으로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A533F-8101-4886-91FE-99029CBD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UTF-8 CSV, 1MiB·500행 이하. 헤더 이름과 순서를 유지합니다.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CD9C9-9D68-42CD-B7B1-189BFD64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미리보기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AC4CA-34DC-421F-BF2E-E03FD265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행별 오류를 수정한 뒤 다시 검증합니다. 검증 단계는 장비 등록이 아닙니다.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2376B-E105-42EF-9E6B-FD6EA096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일괄 등록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42DDB-9606-4A8F-8DAA-E49A0E56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정상 행과 공개 여부를 확인하고 확정합니다. 기존 장비 수정 기능이 아닙니다.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685B1-02BD-46A3-A464-5740979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CSV 양식 → 파일 작성 → 미리보기 검증 → 확정 · 실제 파일 제출과 확정은 미실행</a:t>
            </a:r>
          </a:p>
        </p:txBody>
      </p:sp>
    </p:spTree>
    <p:extLst>
      <p:ext uri="{BB962C8B-B14F-4D97-AF65-F5344CB8AC3E}">
        <p14:creationId xmlns:p14="http://schemas.microsoft.com/office/powerpoint/2010/main" val="46433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200A9-B7B3-45AB-ABF7-6A0C7ED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F965D4-782D-4476-8102-C83EEA6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07  CSV 열 안내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EFFC4-FFF7-4757-8C17-DEE3D9BF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CSV에는 모델명이 아닌 승인 옵션 ID를 씁니다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10D03-28A1-4FA6-8276-E002744F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FA815-75A1-46FC-8D68-C8F68CE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E68F-7944-4D3A-AC54-627B20B1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779145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505325"/>
              </a:tblGrid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이름 — 순서 유지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 별명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OptionId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카탈로그 옵션의 숫자 ID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SerialNumber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장비 시리얼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PurchaseDate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구입일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WarrantyEndDate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 종료일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ReplacementDueDate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교체 예정일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IsPublic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= 비공개, 1 = 공개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1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Memo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13F58-2E11-42EC-B993-0B468D00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28775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옵션 ID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60C5E-A713-49E8-B961-3B04EDC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971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상태/첨부에서 확인하거나 관리자에게 문의합니다.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C01B6-C0F3-4E05-9C85-4112F5D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2895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검색 결과 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C94F-BB62-45AA-BBB8-91649D19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38525"/>
            <a:ext cx="2971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현재 페이지가 아닌 전체 검색 결과를 받습니다.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A9566-3758-491E-9F7D-1058C22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29125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재가져오기 주의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9B888-C495-409B-9417-F827A67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38700"/>
            <a:ext cx="2971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신규 등록 기능입니다. 복원·수정용이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6794527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D9DDC-B0DE-47A4-83F7-EA841D98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FAB44-4D4D-4722-966F-8142A890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08  통계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76965-6252-4045-AF23-FBB1C05F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대시보드는 장비 수와 분포를 보여줍니다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7ED37-6C34-4B8D-A65F-1F871C3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8BDE9-E776-473E-B745-8A47E85B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65A41-7910-4889-8D8B-47974336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528F5-FBCF-4BCF-81AF-4A746070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e1b6132144b58"/>
          <a:stretch xmlns:a="http://schemas.openxmlformats.org/drawingml/2006/main"/>
        </p:blipFill>
        <p:spPr>
          <a:xfrm xmlns:a="http://schemas.openxmlformats.org/drawingml/2006/main">
            <a:off x="487193" y="1514475"/>
            <a:ext cx="8055314" cy="4533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C621A-5DC6-44FD-A36F-7AA0545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상단 카드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4C95C-2A7B-43E7-9B0C-735D1B2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나의 장비·총 관리 장비·카테고리 수를 확인합니다.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D126C-71B9-4478-8F07-BF893DD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분포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263CA-B986-4AD6-9D91-3735ACB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카테고리별·제조사별 차트와 표를 읽습니다. 아래로 스크롤합니다.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2F76E-D2CC-4C05-89E7-FA67393D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숫자의 의미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DC197-D247-4622-BC40-B8EC1805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현재 데이터의 집계입니다. 조회 숫자가 수정 권한을 의미하지는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8AB88-BA55-4374-938F-B140BFE8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촬영 당시 나의 장비 0대 / 총 관리 장비 1대 / 카테고리 1개</a:t>
            </a:r>
          </a:p>
        </p:txBody>
      </p:sp>
    </p:spTree>
    <p:extLst>
      <p:ext uri="{BB962C8B-B14F-4D97-AF65-F5344CB8AC3E}">
        <p14:creationId xmlns:p14="http://schemas.microsoft.com/office/powerpoint/2010/main" val="20861042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E513B-F4B2-456E-A01B-9774C62D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5FB5E-5999-49EC-9FFF-B4EC04E4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08  통계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37A3E-F261-4F67-BC90-9FB0B53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카테고리와 제조사를 함께 선택해 찾습니다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D0A4E-9317-4B9C-946F-73879F6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E1C73-2828-4316-AD41-3F0FDF80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54109-30B5-43CA-8E09-7240702B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48890-02EF-4B4E-8D84-4D6D223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8115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cad67f0724cd0"/>
          <a:stretch xmlns:a="http://schemas.openxmlformats.org/drawingml/2006/main"/>
        </p:blipFill>
        <p:spPr>
          <a:xfrm xmlns:a="http://schemas.openxmlformats.org/drawingml/2006/main">
            <a:off x="476250" y="2389550"/>
            <a:ext cx="8077200" cy="27837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787AB-0FB9-408A-8B74-8A3F98B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복합 조건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16563-DC76-4DE6-92BC-AA662477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907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대시보드 아래에서 카테고리와 제조사를 선택합니다.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DB794-3003-42DA-8613-ACFA5840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검색 버튼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B61CE-E54A-4B41-817F-AF4EFFE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선택한 조합에 해당하는 장비를 조회합니다.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6E195-35AA-4B3C-9AD9-E088DA81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819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결과 목록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74011-8EFD-4937-B040-D35455FB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819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장비명·모델명·상태·구입일과 조회 건수를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79BA5-9A2A-414D-B5DF-4CF8661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스마트폰 + 삼성으로 검색해 1건 조회 확인 · 원본 전체 화면은 Markdown에 수록</a:t>
            </a:r>
          </a:p>
        </p:txBody>
      </p:sp>
    </p:spTree>
    <p:extLst>
      <p:ext uri="{BB962C8B-B14F-4D97-AF65-F5344CB8AC3E}">
        <p14:creationId xmlns:p14="http://schemas.microsoft.com/office/powerpoint/2010/main" val="407959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22A06-9B78-44C9-A485-1F5BA22D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1C160-1CF6-4408-BB8F-D085BECF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09  마이페이지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7FE28-F240-4694-95BA-5376425F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마이페이지에서 화면과 기한 알림을 설정합니다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0ABA1-1081-4838-A333-83CBE7A6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245A4-A04E-4E18-8895-576C3249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946F7-A453-4834-AE0D-4FBB0DEA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11E7D-DB7F-4034-A5B9-28F4DCD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87b2e26904c90"/>
          <a:stretch xmlns:a="http://schemas.openxmlformats.org/drawingml/2006/main"/>
        </p:blipFill>
        <p:spPr>
          <a:xfrm xmlns:a="http://schemas.openxmlformats.org/drawingml/2006/main">
            <a:off x="1610551" y="1457325"/>
            <a:ext cx="3789299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BEC93-B959-45A0-BB69-92EDB89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레이아웃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C58E2-9081-4E5F-BFC0-3565E50B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Standard는 기본 여백, Edge는 넓고 간결한 목록입니다.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254BC-F182-42E0-A5CF-53BC08C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기한 알림 동의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DD079-9ECC-48CE-9B53-96DD6F2F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기한 입력과 본인 이메일 인증이 필요합니다. 알림은 선택 동의입니다.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E9A28-4117-4BA9-AC34-897D407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설정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84FA8-B7FE-4AB1-A177-B8020014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레이아웃·알림 설정을 저장합니다. 라이트·다크·시스템 테마도 선택할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04DC8-A1D8-4B12-BDD5-18161B2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알림 안내: 30일·7일·1일 전과 당일 · 이메일 없는 테스트 계정은 발송 미시험</a:t>
            </a:r>
          </a:p>
        </p:txBody>
      </p:sp>
    </p:spTree>
    <p:extLst>
      <p:ext uri="{BB962C8B-B14F-4D97-AF65-F5344CB8AC3E}">
        <p14:creationId xmlns:p14="http://schemas.microsoft.com/office/powerpoint/2010/main" val="9249012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0A2B6-606D-49BB-9F51-951900F6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FEB98-2C06-4426-B0ED-D4CFA82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09  마이페이지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B27A1-250A-4D39-ACA6-4D8AA8B4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프로필 변경에는 현재 비밀번호가 필요합니다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B9232-AC45-411C-BA96-A5F8244A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72058-38F2-4638-BD3D-09FB69D7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6B79E-E058-459B-87E0-563CFC04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80805-242B-4218-A6AB-E10009F3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8b5fd691384e7e"/>
          <a:stretch xmlns:a="http://schemas.openxmlformats.org/drawingml/2006/main"/>
        </p:blipFill>
        <p:spPr>
          <a:xfrm xmlns:a="http://schemas.openxmlformats.org/drawingml/2006/main">
            <a:off x="1621934" y="1457325"/>
            <a:ext cx="3766532" cy="47244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FF1A5-E3D2-48F3-8BBC-2D08E64A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변경 가능한 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3D31C-12EF-45A5-8791-A216AA5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로그인 아이디·실명·닉네임을 확인하고 변경합니다.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A0E69-4384-42E5-ADAC-99048A89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본인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7C47C3-EE93-487D-979D-A31D62BE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현재 비밀번호를 입력하고 저장하기로 적용합니다.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5194A-00CF-4BDD-B734-80C85B39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취소와 로그인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C50B0-62D4-45FF-8492-03B6219D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취소는 저장하지 않습니다. 아이디를 바꿨다면 이후 로그인 값을 기억합니다.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5270EB-2B98-4C42-A31E-90E5689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실제 프로필 수정 창 · 비밀번호 입력·프로필 저장은 실행하지 않음</a:t>
            </a:r>
          </a:p>
        </p:txBody>
      </p:sp>
    </p:spTree>
    <p:extLst>
      <p:ext uri="{BB962C8B-B14F-4D97-AF65-F5344CB8AC3E}">
        <p14:creationId xmlns:p14="http://schemas.microsoft.com/office/powerpoint/2010/main" val="4632267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1282C-FCFF-46FB-A804-5C561B25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8437B-B058-481A-AC85-F76DC33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09  마이페이지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1F9D0-75DA-4204-97B1-65E6B40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이메일은 실제로 받을 수 있는 주소로 인증합니다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39C8-6C7A-4F78-85BA-A929E8B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587BB-3407-41BC-AC1A-1F317BA2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FAB10-C225-4644-8CEF-2AD4B41A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0F905-EC3C-4C43-AE81-C641D4C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09600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45a34f3774ca0"/>
          <a:stretch xmlns:a="http://schemas.openxmlformats.org/drawingml/2006/main"/>
        </p:blipFill>
        <p:spPr>
          <a:xfrm xmlns:a="http://schemas.openxmlformats.org/drawingml/2006/main">
            <a:off x="590550" y="2437579"/>
            <a:ext cx="5829300" cy="276389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E7465-4EF6-4FB2-B14B-3940ACD6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0972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이메일 수정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17098-1BD5-49D4-B0D3-74B9CD4F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1930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주소 옆 수정 → 새 이메일 입력 → 발송 → 안내된 인증 절차를 완료합니다.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8D319-D187-4FC8-BEFA-058FB100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28950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기한 알림과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7B78E-DC5B-44CB-B735-9406858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38525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이미 등록된 주소도 알림용 재인증이 필요하면 같은 주소로 다시 인증합니다.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28B97-E01F-4484-BB95-EF6EE8A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48175"/>
            <a:ext cx="4686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비밀번호 찾기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E9CF2-8B19-483B-A9D8-E63B6352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4686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로그인 화면의 비밀번호 재설정은 등록된 이메일을 사용합니다.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BFAEA-3F81-4129-8A9A-5DDEB0A2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62675"/>
            <a:ext cx="11277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이메일 수정 창 · 발송·인증·비밀번호 재설정 메일 전송은 미실행</a:t>
            </a:r>
          </a:p>
        </p:txBody>
      </p:sp>
    </p:spTree>
    <p:extLst>
      <p:ext uri="{BB962C8B-B14F-4D97-AF65-F5344CB8AC3E}">
        <p14:creationId xmlns:p14="http://schemas.microsoft.com/office/powerpoint/2010/main" val="130194169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C141A-715F-48E3-A326-3229C05F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8BC39-D606-485C-8F7A-2CC17B2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09  계정 보호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F2C8E-B7DA-4C3D-8F0F-B0DF35FA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비밀번호와 탈퇴 설정은 신중하게 사용합니다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BAFAD-B5E1-4B4A-BE26-F519EE7D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B5CAB-3DF9-4E6E-AD96-61CA4B6C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01B44-5B46-41D8-B47D-4C0E2FE7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9D964-503E-468D-9EBF-D9400C91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600450" cy="437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C08F4-47E9-4840-AFF5-056AA50E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8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비밀번호 변경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E2144-679D-4889-B8D0-F5C5E326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31813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현재 비밀번호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새 비밀번호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새 비밀번호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297D9-CE3B-426C-AB4A-7026BA1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새 값의 일치를 확인하고 변경합니다. 비밀번호·인증 PIN은 공유하지 않습니다.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CC032-66F7-42C5-ABAC-7A74EC72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571625"/>
            <a:ext cx="3600450" cy="437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8AC2F-DA63-4D3A-8FA4-CC1B319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809750"/>
            <a:ext cx="318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회원 탈퇴 신청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CEDCB-EA9A-4D94-A2DA-9CA70CB6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86025"/>
            <a:ext cx="31813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본인 확인 비밀번호 필요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신청 즉시 비활성화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30일 이내 재로그인 복구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9EB45-1B97-4735-AD27-6D287CF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200525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화면은 1년 1일 후 완전 삭제와 소유 장비 공개 전환을 안내합니다. 신청 전 최신 안내를 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83238-7E93-4E8F-9DC0-1D1E6CCB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600450" cy="437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A81C4-16DF-4470-A15C-2523B10D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181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사용을 마칠 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FEADC-3423-4067-9BE2-D8F09C4E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86025"/>
            <a:ext cx="31813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저장 결과 확인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민감정보 캡처 제외</a:t>
            </a:r>
          </a:p>
          <a:p xmlns:a="http://schemas.openxmlformats.org/drawingml/2006/main">
            <a:pPr>
              <a:def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공용 PC 로그아웃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FC332-814C-4585-85C6-49015327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00525"/>
            <a:ext cx="3181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이번 가이드 제작에서는 계정 변경·탈퇴를 실행하지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70570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40BE8-9D15-4D0A-8E1E-120CC62E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A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44DF0-12AF-4857-918B-8F017870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10  빠른 문제 해결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AC8A-ACAE-48A9-B049-713C079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2B43"/>
                </a:solidFill>
                <a:latin typeface="Malgun Gothic"/>
                <a:ea typeface="Malgun Gothic"/>
                <a:cs typeface="Malgun Gothic"/>
              </a:rPr>
              <a:t>문제가 생기면 이 순서로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8893E-E5B2-45AE-8BF1-70556356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55BB6-AD35-4C21-8E48-C093FF9B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nekohost.org  ·  일반 사용자 가이드  ·  2026.09.13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A61EC-6A4C-4F18-B314-CF741494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57200" y="1571625"/>
          <a:ext xmlns:a="http://schemas.openxmlformats.org/drawingml/2006/main" cx="112776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8039100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보이는 증상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먼저 할 일</a:t>
                      </a:r>
                    </a:p>
                  </a:txBody>
                  <a:tcPr marL="91440" marR="91440" marT="45720" marB="45720">
                    <a:solidFill>
                      <a:srgbClr val="172B43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장비가 안 보임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 종류·임시저장함 확인 → 검색 초기화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버튼 비활성화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모델·옵션 선택과 신규 옵션명 확인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카탈로그 복원 경고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경고를 읽고 기존 연결을 임의로 바꾸지 않기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권한없음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타인의 공개 장비인지 확인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변경·CSV·첨부 오류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상태·입력 형식·용량·권한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09AAB-6ADD-4F60-8C74-AC26B15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277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6BBD"/>
                </a:solidFill>
                <a:latin typeface="Malgun Gothic"/>
                <a:ea typeface="Malgun Gothic"/>
                <a:cs typeface="Malgun Gothic"/>
              </a:rPr>
              <a:t>문의할 때: 발생 시각 + 메뉴 + 버튼 + 오류 문구 + 필요한 장비·모델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F6B72-80D2-4DB7-B4E1-FCA3D63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67A"/>
                </a:solidFill>
                <a:latin typeface="Malgun Gothic"/>
                <a:ea typeface="Malgun Gothic"/>
                <a:cs typeface="Malgun Gothic"/>
              </a:rPr>
              <a:t>비밀번호·PIN·재설정 링크는 제외합니다. 자세한 입력값과 절차는 함께 제공한 Markdown 가이드를 참고하세요.</a:t>
            </a:r>
          </a:p>
        </p:txBody>
      </p:sp>
    </p:spTree>
    <p:extLst>
      <p:ext uri="{BB962C8B-B14F-4D97-AF65-F5344CB8AC3E}">
        <p14:creationId xmlns:p14="http://schemas.microsoft.com/office/powerpoint/2010/main" val="770615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2026-09-13T04:29:57.3240000Z</dcterms:created>
  <dcterms:modified xsi:type="dcterms:W3CDTF">2026-09-13T04:29:57.3240000Z</dcterms:modified>
</coreProperties>
</file>